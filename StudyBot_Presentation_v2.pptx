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9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1645920"/>
            <a:ext cx="1371600" cy="50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StudyBot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285F4"/>
                </a:solidFill>
                <a:latin typeface="Calibri"/>
              </a:defRPr>
            </a:pPr>
            <a:r>
              <a:t>AI-Powered Study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Aleksandr Martiushev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  <a:latin typeface="Calibri"/>
              </a:defRPr>
            </a:pPr>
            <a:r>
              <a:t>a.martiushev@innopolis.university  |  CSE-03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0" cy="50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011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182880" bIns="137160" rtlCol="0" anchor="ctr"/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End-user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CCCCCC"/>
                </a:solidFill>
                <a:latin typeface="Calibri"/>
              </a:rPr>
              <a:t>University students who want to efficiently understand study material and retain it long-term.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029200" cy="2011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182880" bIns="137160" rtlCol="0" anchor="ctr"/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Problem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CCCCCC"/>
                </a:solidFill>
                <a:latin typeface="Calibri"/>
              </a:rPr>
              <a:t>Students spend hours on lecture notes and textbooks without a tool to explain concepts, generate flashcards, or create self-assessment quizzes.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6984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182880" bIns="137160" rtlCol="0" anchor="ctr"/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Product idea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StudyBot is an AI assistant that takes study material (text, PDF, DOCX), explains it in simple terms, creates flashcards with spaced repetition, and generates multiple-choice quizzes for self-testing.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0" cy="50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285F4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2011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182880" bIns="91440"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Backend:  </a:t>
            </a:r>
            <a:r>
              <a:rPr sz="1600" dirty="0">
                <a:solidFill>
                  <a:srgbClr val="CCCCCC"/>
                </a:solidFill>
                <a:latin typeface="Calibri"/>
              </a:rPr>
              <a:t>Python 3.12 + </a:t>
            </a:r>
            <a:r>
              <a:rPr sz="1600" dirty="0" err="1">
                <a:solidFill>
                  <a:srgbClr val="CCCCCC"/>
                </a:solidFill>
                <a:latin typeface="Calibri"/>
              </a:rPr>
              <a:t>FastAPI</a:t>
            </a:r>
            <a:endParaRPr sz="16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Database:  </a:t>
            </a:r>
            <a:r>
              <a:rPr sz="1600" dirty="0">
                <a:solidFill>
                  <a:srgbClr val="CCCCCC"/>
                </a:solidFill>
                <a:latin typeface="Calibri"/>
              </a:rPr>
              <a:t>PostgreSQL + </a:t>
            </a:r>
            <a:r>
              <a:rPr sz="1600" dirty="0" err="1">
                <a:solidFill>
                  <a:srgbClr val="CCCCCC"/>
                </a:solidFill>
                <a:latin typeface="Calibri"/>
              </a:rPr>
              <a:t>SQLAlchemy</a:t>
            </a:r>
            <a:r>
              <a:rPr sz="1600" dirty="0">
                <a:solidFill>
                  <a:srgbClr val="CCCCCC"/>
                </a:solidFill>
                <a:latin typeface="Calibri"/>
              </a:rPr>
              <a:t> (async) + Alembic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AI:  </a:t>
            </a:r>
            <a:r>
              <a:rPr sz="1600" dirty="0" err="1">
                <a:solidFill>
                  <a:srgbClr val="CCCCCC"/>
                </a:solidFill>
                <a:latin typeface="Calibri"/>
              </a:rPr>
              <a:t>DeepSeek</a:t>
            </a:r>
            <a:r>
              <a:rPr sz="1600" dirty="0">
                <a:solidFill>
                  <a:srgbClr val="CCCCCC"/>
                </a:solidFill>
                <a:latin typeface="Calibri"/>
              </a:rPr>
              <a:t> API (</a:t>
            </a:r>
            <a:r>
              <a:rPr sz="1600" dirty="0" err="1">
                <a:solidFill>
                  <a:srgbClr val="CCCCCC"/>
                </a:solidFill>
                <a:latin typeface="Calibri"/>
              </a:rPr>
              <a:t>OpenAI</a:t>
            </a:r>
            <a:r>
              <a:rPr sz="1600" dirty="0">
                <a:solidFill>
                  <a:srgbClr val="CCCCCC"/>
                </a:solidFill>
                <a:latin typeface="Calibri"/>
              </a:rPr>
              <a:t>-compatible)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Web Client:  </a:t>
            </a:r>
            <a:r>
              <a:rPr sz="1600" dirty="0">
                <a:solidFill>
                  <a:srgbClr val="CCCCCC"/>
                </a:solidFill>
                <a:latin typeface="Calibri"/>
              </a:rPr>
              <a:t>React + </a:t>
            </a:r>
            <a:r>
              <a:rPr sz="1600" dirty="0" err="1">
                <a:solidFill>
                  <a:srgbClr val="CCCCCC"/>
                </a:solidFill>
                <a:latin typeface="Calibri"/>
              </a:rPr>
              <a:t>Vite</a:t>
            </a:r>
            <a:r>
              <a:rPr sz="1600" dirty="0">
                <a:solidFill>
                  <a:srgbClr val="CCCCCC"/>
                </a:solidFill>
                <a:latin typeface="Calibri"/>
              </a:rPr>
              <a:t> + TypeScript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Deployment:  </a:t>
            </a:r>
            <a:r>
              <a:rPr sz="1600" dirty="0">
                <a:solidFill>
                  <a:srgbClr val="CCCCCC"/>
                </a:solidFill>
                <a:latin typeface="Calibri"/>
              </a:rPr>
              <a:t>Docker Compose + Nginx + VM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029200" cy="21945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182880" bIns="137160" rtlCol="0" anchor="ctr"/>
          <a:lstStyle/>
          <a:p>
            <a:pPr algn="l"/>
            <a:r>
              <a:rPr sz="2000" b="1" dirty="0">
                <a:solidFill>
                  <a:srgbClr val="34D39A"/>
                </a:solidFill>
                <a:latin typeface="Calibri"/>
              </a:rPr>
              <a:t>Version 1</a:t>
            </a:r>
          </a:p>
          <a:p>
            <a:pPr algn="l">
              <a:spcBef>
                <a:spcPts val="400"/>
              </a:spcBef>
            </a:pPr>
            <a:r>
              <a:rPr sz="1600" b="0" dirty="0">
                <a:solidFill>
                  <a:srgbClr val="CCCCCC"/>
                </a:solidFill>
                <a:latin typeface="Calibri"/>
              </a:rPr>
              <a:t>Upload study text → AI explanation → Generate flashcards.
Web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182880" bIns="182880" rtlCol="0" anchor="ctr"/>
          <a:lstStyle/>
          <a:p>
            <a:pPr algn="ctr"/>
            <a:r>
              <a:rPr sz="2000" b="1">
                <a:solidFill>
                  <a:srgbClr val="4285F4"/>
                </a:solidFill>
                <a:latin typeface="Calibri"/>
              </a:rPr>
              <a:t>Version 2 — New Features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285F4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Quiz generation (10 MCQs, single &amp; multi-select)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285F4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Interactive quiz UI with score &amp; explanations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285F4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Spaced repetition (SM-2 algorithm)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285F4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Review page for due flashcards (quality 0–5)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285F4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Statistics page (progress tracking)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285F4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File upload (.pdf, .docx with text extraction)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285F4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Public deployment on VM with Nginx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0" cy="50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219456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CCCCC"/>
                </a:solidFill>
                <a:latin typeface="Calibri"/>
              </a:defRPr>
            </a:pPr>
            <a:r>
              <a:t>Open the web app → home page showing uploaded materials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78892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88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CCCCC"/>
                </a:solidFill>
                <a:latin typeface="Calibri"/>
              </a:defRPr>
            </a:pPr>
            <a:r>
              <a:t>Upload a PDF file → material is created automatically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38328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CCCCC"/>
                </a:solidFill>
                <a:latin typeface="Calibri"/>
              </a:defRPr>
            </a:pPr>
            <a:r>
              <a:t>Click "Explain" → AI generates a clear explanation as Markdown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97764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77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CCCCC"/>
                </a:solidFill>
                <a:latin typeface="Calibri"/>
              </a:defRPr>
            </a:pPr>
            <a:r>
              <a:t>Click "Flashcards" → interactive flip cards appear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57200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CCCCC"/>
                </a:solidFill>
                <a:latin typeface="Calibri"/>
              </a:defRPr>
            </a:pPr>
            <a:r>
              <a:t>Open "Review" → start a spaced repetition session (SM-2)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516636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166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CCCCC"/>
                </a:solidFill>
                <a:latin typeface="Calibri"/>
              </a:defRPr>
            </a:pPr>
            <a:r>
              <a:t>Click "Generate Quiz" → take a quiz, see your score, review mistakes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Links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0" cy="50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2004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182880" bIns="137160" rtlCol="0" anchor="ctr"/>
          <a:lstStyle/>
          <a:p>
            <a:pPr algn="l"/>
            <a:endParaRPr lang="ru-RU" sz="1600" b="0" dirty="0">
              <a:solidFill>
                <a:srgbClr val="CCCCCC"/>
              </a:solidFill>
              <a:latin typeface="Calibri"/>
            </a:endParaRPr>
          </a:p>
        </p:txBody>
      </p:sp>
      <p:pic>
        <p:nvPicPr>
          <p:cNvPr id="5" name="Picture 4" descr="qr_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553" y="3291841"/>
            <a:ext cx="1280160" cy="1280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645920"/>
            <a:ext cx="5029200" cy="32004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182880" bIns="137160" rtlCol="0" anchor="ctr"/>
          <a:lstStyle/>
          <a:p>
            <a:pPr algn="l"/>
            <a:endParaRPr lang="ru-RU" sz="1600" b="0" dirty="0">
              <a:solidFill>
                <a:srgbClr val="CCCCCC"/>
              </a:solidFill>
              <a:latin typeface="Calibri"/>
            </a:endParaRPr>
          </a:p>
        </p:txBody>
      </p:sp>
      <p:pic>
        <p:nvPicPr>
          <p:cNvPr id="7" name="Picture 6" descr="qr_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9826" y="3291841"/>
            <a:ext cx="1280160" cy="128016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76FCB6F-6025-4113-A616-0709A13D9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" y="2207063"/>
            <a:ext cx="4438273" cy="84132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2E261CE-B4C9-4914-AC98-AE50BFACC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2106" y="2207063"/>
            <a:ext cx="2956816" cy="8413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294</Words>
  <Application>Microsoft Office PowerPoint</Application>
  <PresentationFormat>Широкоэкранный</PresentationFormat>
  <Paragraphs>42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Мартюшев Алесандр</cp:lastModifiedBy>
  <cp:revision>2</cp:revision>
  <dcterms:created xsi:type="dcterms:W3CDTF">2013-01-27T09:14:16Z</dcterms:created>
  <dcterms:modified xsi:type="dcterms:W3CDTF">2026-04-09T17:03:48Z</dcterms:modified>
  <cp:category/>
</cp:coreProperties>
</file>